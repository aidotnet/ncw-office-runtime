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0080625" cy="567055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573AA17-E8D2-46EE-84D7-47462CD536C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zxx"/>
              <a:t/>
            </a:r>
          </a:p>
        </p:txBody>
      </p:sp>
    </p:spTree>
  </p:cSld>
  <p:clrMapOvr>
    <a:masterClrMapping/>
  </p:clrMapOvr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4E46B6A3-D804-4B9B-97A0-B67E4DDBE925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LibreOffice/26.8.0.3$MacOSX_AARCH64 LibreOffice_project/bce0998afefdbc355585ca324285661a2170ba77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